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Optimization AI Agent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 architecture, flow design, tool orchestration, and reliability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00784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57CC99"/>
          </a:solidFill>
          <a:ln w="12700">
            <a:solidFill>
              <a:srgbClr val="57C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1700784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F9B872"/>
          </a:solidFill>
          <a:ln w="12700">
            <a:solidFill>
              <a:srgbClr val="F9B8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700784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Agentic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Does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2633472"/>
            <a:ext cx="3474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SKU inventory health, computes reorder signals, enriches context via runtime NetworkX graph, applies rule logic, and generates explainable recommendations in Streamlit.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Advisory-only: no direct order placement.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1945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Outcomes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Priority SKU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Plain-language 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Traceable tool/flow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 + thinking execution modes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19456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8EE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B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 Stack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633472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tool 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runtime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Ollama-hosted local LLM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4069080"/>
            <a:ext cx="7132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72584" y="4178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Operating Model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72584" y="4507992"/>
            <a:ext cx="68580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 prioritizes speed and deterministic reliability. Thinking mode adds graph enrichment and optional planner-driven agentic loops. The architecture keeps explainability and observability in every path.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 that drove module boundaries and execution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09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Constraints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" y="2039112"/>
            <a:ext cx="52120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Inventory decisions must remain reviewable and auditable.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Input quality varies; pipeline must tolerate partial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The system should run locally with minimal cloud dependence.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Different users need either speed-first or depth-first analysis.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Agent behavior must be observable, not opaque.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709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Responses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5664" y="2039112"/>
            <a:ext cx="5120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LangGraph for explicit state transitions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MCP tools for typed, reusable operations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Runtime NetworkX graph for contextual enrichment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Deterministic + planner-based agentic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Structured diagnostics and trace exports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4087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References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5664" y="4416552"/>
            <a:ext cx="5120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`main.py`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`agent/graph.py`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`agent/state.py`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`ui/runner.py`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`ui/tabs.py`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data, tools, and model outputs move through the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22677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`ui/tabs.py`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26664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26664" y="2267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`ui/runner.py`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8EE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21224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21224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`agent/graph.py`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18288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7F2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27264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27264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`agent/nodes/*`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3038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0384" y="22677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UI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34056" y="2112264"/>
            <a:ext cx="201168" cy="320040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8616" y="2112264"/>
            <a:ext cx="201168" cy="320040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8936" y="2112264"/>
            <a:ext cx="201168" cy="320040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92056" y="2112264"/>
            <a:ext cx="201168" cy="320040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06324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" y="3172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" y="3502152"/>
            <a:ext cx="29718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server centralizes operational primitives: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`tools/server.py`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`tools/load_data.py`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`tools/calc_metrics.py`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`tools/query_graph.py`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`tools/fetch_rules.py`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3063240"/>
            <a:ext cx="2240280" cy="2606040"/>
          </a:xfrm>
          <a:prstGeom prst="roundRect">
            <a:avLst>
              <a:gd name="adj" fmla="val 3265"/>
            </a:avLst>
          </a:prstGeom>
          <a:solidFill>
            <a:srgbClr val="F7FA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52544" y="3172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52544" y="3502152"/>
            <a:ext cx="196596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 modules: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`knowledge/networkx_graph.py`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`knowledge/cache_layer.py`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063240"/>
            <a:ext cx="4892040" cy="2606040"/>
          </a:xfrm>
          <a:prstGeom prst="roundRect">
            <a:avLst>
              <a:gd name="adj" fmla="val 2807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9984" y="31729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9984" y="3502152"/>
            <a:ext cx="46177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emits structured execution telemetry: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flow timeline (`flow_events`)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tool invocation logs (`tool_call_logs`)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LLM batch logs (`llm_batch_events`)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graph runtime stats and warnings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surfaces: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`ui/tabs.py` (Live Trace + Diagnostics)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`agent/logging_utils.py`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Project Split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boundaries and why each layer exists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A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`ui/tabs.py`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`ui/runner.py`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`ui/preflight.py`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configuration, run gating, trace display, and exports.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A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5424" y="1709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35424" y="203911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`agent/graph.py`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`agent/state.py`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`agent/nodes/*`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execution graph, routing, state mutation, and output assembly.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A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1709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4464" y="203911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`tools/server.py`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`tools/load_data.py`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`tools/calc_metrics.py`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typed operational functions via MCP contracts.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4F8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437083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`knowledge/networkx_graph.py`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`knowledge/cache_layer.py`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Builds/query runtime graph context and stores in-memory cache artifacts.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4F8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+ Runtime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437083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`config/thresholds.yaml`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`main.py`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thresholds, modes, and top-level run initialization.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4F8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84464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84464" y="4370832"/>
            <a:ext cx="32461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`tests/unit/*`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`tests/integration/*`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`tests/fallback/*`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regressions across deterministic, agentic, and fallback paths.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execution backbone for stable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A3359"/>
          </a:solidFill>
          <a:ln w="12700">
            <a:solidFill>
              <a:srgbClr val="2A33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95728" y="1901952"/>
            <a:ext cx="146304" cy="164592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4528" y="1901952"/>
            <a:ext cx="146304" cy="164592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A3359"/>
          </a:solidFill>
          <a:ln w="12700">
            <a:solidFill>
              <a:srgbClr val="2A33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Enrich Context*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901952"/>
            <a:ext cx="146304" cy="164592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Rules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82128" y="1901952"/>
            <a:ext cx="146304" cy="164592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A3359"/>
          </a:solidFill>
          <a:ln w="12700">
            <a:solidFill>
              <a:srgbClr val="2A33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Generate Prompts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10928" y="1901952"/>
            <a:ext cx="146304" cy="164592"/>
          </a:xfrm>
          <a:prstGeom prst="chevron">
            <a:avLst/>
          </a:prstGeom>
          <a:solidFill>
            <a:srgbClr val="6E7BA6"/>
          </a:solidFill>
          <a:ln w="12700">
            <a:solidFill>
              <a:srgbClr val="6E7B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18288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188366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Explain + Format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24414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Deterministic Node Chain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2770632"/>
            <a:ext cx="5166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`agent/nodes/load_data.py`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`agent/nodes/calculate_metrics.py`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`agent/nodes/enrich_context.py` (*thinking only)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`agent/nodes/apply_rules.py`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`agent/nodes/generate_recs.py`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33172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24414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+ Output Stage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01384" y="2770632"/>
            <a:ext cx="5074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`agent/nodes/explain_llm.py`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`agent/nodes/template_explanation.py`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`agent/nodes/format_output.py`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includes summary, recommendations, diagnostics metadata, and trace-friendly event logs.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507492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7824" y="51846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7824" y="5513832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 guarantees operational consistency, explicit traceability, and robust fallback behavior when model output quality is inconsistent.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Flow: Hybrid vs Full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loop orchestration and control boundaries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 (thinking)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5212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backbone runs first, then planner/executor loop can orchestrate additional tool actions before explanation.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`agent/graph.py`, `agent/nodes/planner_action.py`, `agent/nodes/execute_action.py`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1384" y="1709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 (thinking)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1384" y="2039112"/>
            <a:ext cx="50749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Planner-first route: agent selects tool sequence and exits when done. Contract checks ensure deterministic system does not silently take over full mode.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40873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Loop Mechanics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4416552"/>
            <a:ext cx="107899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`planner_action` -&gt; `execute_action` -&gt; repeat until done or step cap.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Action schema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Duplicate action suppression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Stage-aware tool validity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Explicit stop reason (`agent_fallback_reason`)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Agent Module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contract, routing functions, and node graph composition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Contract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33832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`agent/state.py` defines typed runtime fields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records, metrics, contexts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tool logs and flow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planner loop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LLM responses and reasoning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runtime graph diagnostics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709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584" y="2039112"/>
            <a:ext cx="329184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`agent/graph.py` routes by mode and agent_mode: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 -&gt; deterministic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thinking+deterministic -&gt; enriched deterministic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thinking+hybrid/full -&gt; planner loop branches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`_route_from_mode`, `_route_after_metrics`, `_route_after_planner`.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60020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8EE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67344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LangGraph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7344" y="2039112"/>
            <a:ext cx="310896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Explicit control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Deterministic state transitions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Easier debugging than implicit agent loops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Native fit for mixed deterministic + agentic orchestration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Streamed progress events for UI trace panels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Tools + NetworkX Runtime Graph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 contracts and graph context connect in thinking mode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 Contracts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51663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`tools/server.py`: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`load_inventory`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`calc_metrics_batch`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`query_graph_batch`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`apply_rules_batch`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and deterministic nodes both consume the same tool primitives.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709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NetworkX Graph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5664" y="2039112"/>
            <a:ext cx="51206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`knowledge/networkx_graph.py` builds runtime graph from uploaded rows: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SKU nodes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category nodes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supplier nodes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encode belongs-to and supply relationships; queries return enrichment context and risk tags.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" y="4270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Model + Justification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4599432"/>
            <a:ext cx="107899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`tools/query_graph.py` enforces runtime graph usage (thinking mode) with in-memory cache from `knowledge/cache_layer.py`.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 now: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local-first operation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 infra overhead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transparent debug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 fit for per-run graph construction from uploaded datasets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Fallbacks, Guardrails, and Observability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controls for imperfect model behavior and real-world data quality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8EE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Guardrails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3383280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`agent/nodes/explain_llm.py` enforces policy corrections: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healthy + zero reorder: no reorder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critical/watch: reorder-oriented guidance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overstock: reduce replenishment guidance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are explicitly logged.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60020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Strategy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584" y="2039112"/>
            <a:ext cx="3383280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Planner unavailable -&gt; safe stop reason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Missing/partial LLM outputs -&gt; template completion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Deterministic backbone remains available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`agent/nodes/planner_action.py`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`agent/nodes/template_explanation.py`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`agent/nodes/format_output.py`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58784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58784" y="2039112"/>
            <a:ext cx="3017520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diagnostics (`ui/tabs.py`) expose: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flow timeline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tool caller/status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LLM batch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runtime graph stats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raw CoT (experimental)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exports support post-run audits.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Justification and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components now, tradeoffs accepted, and roadmap direction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2A3359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709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039112"/>
            <a:ext cx="34290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explicit orchestration and mode routing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tools: reusable typed operations for planner and deterministic paths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runtime graph: local contextual intelligence from uploaded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local model control with no hard cloud dependency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2303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More control and transparency over absolute model autonomy.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higher operational trust and easier debugging in production-like runs.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7132320" cy="2011680"/>
          </a:xfrm>
          <a:prstGeom prst="roundRect">
            <a:avLst>
              <a:gd name="adj" fmla="val 3636"/>
            </a:avLst>
          </a:prstGeom>
          <a:solidFill>
            <a:srgbClr val="EDF7F7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1709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Architecture Strengths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18304" y="2039112"/>
            <a:ext cx="6858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Clear deterministic/agentic separation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Structured run diagnostics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Runtime graph grounded in uploaded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Mode-aware UX in Streamlit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Guardrails against contradictory recommendation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794760"/>
            <a:ext cx="7132320" cy="2286000"/>
          </a:xfrm>
          <a:prstGeom prst="roundRect">
            <a:avLst>
              <a:gd name="adj" fmla="val 3200"/>
            </a:avLst>
          </a:prstGeom>
          <a:solidFill>
            <a:srgbClr val="F2F6FF"/>
          </a:solidFill>
          <a:ln w="12700">
            <a:solidFill>
              <a:srgbClr val="D8DEED"/>
            </a:solidFill>
            <a:prstDash val="solid"/>
          </a:ln>
          <a:effectLst>
            <a:outerShdw sx="100000" sy="100000" kx="0" ky="0" algn="bl" rotWithShape="0" blurRad="25400" dist="50800" dir="2700000">
              <a:srgbClr val="BFC9E6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3904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(Technical)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4233672"/>
            <a:ext cx="68580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Expand graph-derived features and risk propagation signals.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Add stricter test matrix for action-correction policy.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Improve planner model profiling and prompt tuning.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Add per-SKU on-demand CoT capture with privacy-safe redaction.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Introduce benchmark suite for latency vs quality across models.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 | Architecture Module Deck | 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Inventory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Optimization AI Agent - Module Architecture</dc:title>
  <dc:subject>Inventory Optimization AI Agent Architecture</dc:subject>
  <dc:creator>Inventory Agent</dc:creator>
  <cp:lastModifiedBy>Inventory Agent</cp:lastModifiedBy>
  <cp:revision>1</cp:revision>
  <dcterms:created xsi:type="dcterms:W3CDTF">2026-04-21T01:23:21Z</dcterms:created>
  <dcterms:modified xsi:type="dcterms:W3CDTF">2026-04-21T01:23:21Z</dcterms:modified>
</cp:coreProperties>
</file>